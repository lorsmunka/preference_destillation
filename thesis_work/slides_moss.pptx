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Domain-specifikus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8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desztillációs pipeline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097280" cy="0"/>
          </a:xfrm>
          <a:prstGeom prst="line">
            <a:avLst/>
          </a:prstGeom>
          <a:noFill/>
          <a:ln w="25400">
            <a:solidFill>
              <a:srgbClr val="C97B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Laczkó Örs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Témavezető: Szénási Sándor, egyetemi tanár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8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TDK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Domain-specifikus
</a:t>
            </a:r>
            <a:pPr algn="ctr"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desztillációs pipeline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Rövid szavankénti magyarázat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ChatGPT, Claude, Gemini és társai mögött álló modellek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Szöveget generálnak, klasszifikálnak, strukturált választ adnak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Általános célú, nagy erőforrásigényű modellek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Open-weight LLM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Lokálisan futtatható modell, nem csak API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eloszlás kinyerhető minden generálási lépésnél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desztilláció alapfeltétele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 modell ebben a projektben: Gemma 3 4B (Google)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csere nélkül jobb hardveren nagyobb Gemma 3 modell is használható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Desztilláció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Kőolaj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Cél: </a:t>
            </a:r>
            <a:pPr indent="0" marL="0">
              <a:buNone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hasznos összetevők kinyerése.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Pl. benzin, dízel, kerozin külön frakciókba.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36792" y="1737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336792" y="25603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Cél: </a:t>
            </a:r>
            <a:pPr indent="0" marL="0">
              <a:buNone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hasznos szegmens kinyerése a tanár modellből.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36792" y="38404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9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Megjegyzés: LLM kontextusban a desztilláció tömörítést is jelenthet.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5848" y="1737360"/>
            <a:ext cx="0" cy="45720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Domain-specifikus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modellnek nem kell mindent tudnia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 feladathoz szükséges tudás, kis modell, fókuszált viselkedés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Cserébe: olcsóbb, gyorsabb, on-device futtatható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API-független, lokális, független a szolgáltatótól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domain: Reddit sentiment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"F**k you and your family"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Kimenet (JSON):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9115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"tone": "aggressive",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"sentiment": "negative",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"safety": "harmful",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"toxicity": "toxic"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domain: matek szöveges feladat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91153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"Emma has 24 stickers and buys 18 more.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stickers does Emma have in total?"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C=A+B=?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Solution: ?;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Kimenet: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1091153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A=24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B=18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C=A+B=42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Solution: 42;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domain: Reddit poszt generálás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 (komment):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"Same thing happened to me last week, support was useless."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Kimenet (poszt):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9115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starting to think Reddit is actively targeting me. I just got shadowbanned after a completely neutral comment on a RAW photography thread, and I have no idea why it happened…"  &lt;end&gt;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rendszer a desztillációhoz, sok komponens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 előkészítés és domain definíció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 modell adatgenerálás (logit-okkal)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konfiguráció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Tanítás konfigurálható regimennel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Kiértékelés, log, checkpoint, kísérlet összehasonlítás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`new Domain()` típusú API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dolgok bevezetésére kódbővítés szükséges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domain bevezetése jellemzően: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 fájl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bemeneti adatok feldolgozása (pl. nyers kommentek tisztítása)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tokenlista (input + output)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(logging, modellfuttatási frissítések, pl. inference)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domain definíció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Bemeneti és kimeneti tokenek listája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sablon a tanár modellhez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token a generálás lezárására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Adatgenerálás konfigurálása (példaszám, batch, futtatás)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adatgenerálás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Tanár modell (Gemma 3 4B) végigfut a példákon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lépésnél: nyers logit-ok mentése a figyelt tokenekre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batchekben tárolva, 32 példa / batch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 fut le, több modell tanításához újrahasznosítható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modell és tanítás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transformer student (RMSNorm, RoPE, GeGLU, Gemma-szerű)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Konfigurálható: hidden dim, rétegszám, head-ek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+ CE veszteség, AdamW optimizer, LR cosine schedule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Általában 5M és 129M paraméter között skálázva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konfigurálható tanítás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+ tanítási regimen, training_queue.json alapján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6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training/training_queue.json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"run_name": "exp-klce-anneal",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"domain": "reddit_comment_sentiment",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"epoch_count": 3,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"batch_size": 32,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"learning_rate": 3e-4,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"kl_ratio_start": 0.99,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"kl_ratio_end":   0.50,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"distillation_temperature_start": 5.0,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"distillation_temperature_end":   3.0,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"hidden_dim": 80,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"num_layers": 5,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"num_heads":  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kísérletkezelés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run külön mappa: konfig + log + checkpoint együtt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tagek tetszőlegesen csoportosíthatók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mint 100 run a registryben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Stress-tesztelve: 512 MB-os batch fájlok a data generation oldalon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Tanítás bizonyítottan fut consumer hardveren is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shutdown, queue futtatás, felügyelet nélkül is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projekt újdonságai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547208" y="4114800"/>
            <a:ext cx="1097280" cy="0"/>
          </a:xfrm>
          <a:prstGeom prst="line">
            <a:avLst/>
          </a:prstGeom>
          <a:noFill/>
          <a:ln w="38100">
            <a:solidFill>
              <a:srgbClr val="C97B1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Annealing kombináció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annealing: kutatott, LLM-ek területén kevésbé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annealing: kutatott, LLM-eken is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Együtt, ugyanabban a pipeline-ban: alulkutatott terület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mindkettőt függetlenül konfigurálhatóvá teszi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és output projekció redukció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redukció létezik (pl. orosz LM-ek, Kolesnikova et al. 2022): általános vocab csökkentés alignment technikákkal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Itt: azonos tokenizerre épülő, task-specifikus subset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Ennyire explicit, task-specifikus formában alulkutatott terület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Durva, gyakorlatias technika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Egyszerre csökkenti az embedding és az output projekció költségét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 modelleknél ezek aránytalanul nagy paraméterblokkok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modell: offline kérdésmegválaszolás + a scaffold mutatja a levezetés képességét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projekció redukció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Logikus első lépés: minek 262 144 token, ha 30 elég?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kimeneti vocabulary közvetlenül skálázza az output projekciót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desztilláció a teljes eloszlásból tanul (KL)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túl szűk az output, elveszik a "dark knowledge"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tokenekkel kompromisszum köthető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Szükséges tokenek: JSON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Strukturális karakterek: { } " : ,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Mezőnevek: tone, sentiment, safety, toxicity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Kategória értékek: aggressive, neutral, toxic, 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7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27 token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Szükséges tokenek: math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Változók: A, B, C, …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Szimbólumok: =, +, -, *, /, ;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Számjegyek: 0–9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7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 token</a:t>
            </a:r>
            <a:endParaRPr lang="en-US" sz="4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Auxiliary tokenek, gazdagabb soft target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 mindig 99,8% redukció a teljes Gemma vocab-hoz képest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1146017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554480"/>
                <a:gridCol w="2011680"/>
                <a:gridCol w="2103120"/>
                <a:gridCol w="1856232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Szükséges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Auxiliary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Teljes Gemma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Redukció (csak szük.)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Redukció (+ aux.)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262 144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262 144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Strukturált kimenet ≠ KL információ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legtöbb auto-generált domain strukturált kimenetű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Strukturált kimenetnél a tanár eloszlása éles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különbség több metrikán a futások közötti szórással összemérhető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Ezért volt fontos egy free-form domain létrehozása, ahol a top-k token is érdekes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Loss-stratégiák szórása strukturált domaineken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és math, 10-10 futtatás stratégiánként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5_structured_loss_spre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kategóriahibák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struktúra stabil, a bizonytalanság a kategóriákban van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8_reddit_confusion_matr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Free-form domain: post generation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Kommentből generálj rövid Reddit posztot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plauzibilis folytatás versenyez egymással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Lágyabb tanár eloszlás, több KL információ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 kezd számítani, hogy KL-t vagy CE-t használsz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Méretek a három domainen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62072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Bemeneti vocab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Kimeneti vocab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redukció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68 328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1 282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generation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72 133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26 659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teljes Gemma kimeneti vocab: 262 144 token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KL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eloszlás követése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Jól követi a tanár top-k eloszlását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Variáció és sampling szempontjából fontos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annealing: lágy, majd élesebb átmenet a tanítás során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helyes következő token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Magabiztosan eltalálja a következő tokent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elveszti a tanár eloszlás-szerkezetét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overlap ebben a mérésben látványosan alacsonyabb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of both worlds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KL/CE annealing + temperature annealing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Magabiztos next-token predikció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megőrzött tanár top-k eloszlás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Lépésenként hangolható kompromisszum a kettő között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Tanulási dinamika: Pure 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Nagyobb sentiment futtatás, batchenkénti loss és accuracy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7d_large_pure_ce_training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Tanulási dinamika: Pure KL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futtatás, KL veszteséggel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7e_large_pure_kl_training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Tanulási dinamika: KL/CE annealing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 → 0,50 KL arány a tanítás során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7f_large_klce_annealing_training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Tanulási dinamika: 53M paraméteres modell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Érdekes minta: a loss csökken, megugrik, majd újra csökken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7g_tsc_scale_53M_training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Célhoz szabható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nem csak domainfüggő, célfüggő 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Determinisztikus next-token? CE-felé toló schedule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Kreatív, sokszínű generálás? KL-felé toló schedule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Kompromisszum? Annealing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 8000 példás futtatásokon is jól tesztelhető, sok kísérlet futtatható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metrikák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cél-token találat: a tanár cél tokenje benne van-e a student top-20-ban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top-20 overlap: mennyire egyezik a két halmaz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Átlagos cél-token rang: hol helyezkedik el a cél a student eloszlásában (kisebb a jobb)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Eredmény: post generation top-k</a:t>
            </a:r>
            <a:endParaRPr lang="en-US" sz="3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96312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Stratégia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Top-20 hit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Top-20 overlap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Átlagos rang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67,55%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1068,92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KL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64,42%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37,31%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464,70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KL/CE + temp anneal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97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69,08%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486,31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Magasabb hit + KL-közeli overlap, a két cél kombinálható.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generation top-k, vizuálisan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CE / Pure KL / KL/CE + temperature annealing összehasonlítása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9_postgen_topk_metr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Desztillációs adat költsége domainenként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nehezebb a post generation kísérletsorozat skálázása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10_domain_data_c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Felhasználás: offline matek megoldó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Természetes nyelvű magyarázattal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Telefonon, offline futtatható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API-mentes, díjmentes inference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Felhasználás: kommentelési útmutató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 ellenőrzése küldés előtt, kliens oldalon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 konfidenciánál: "biztos el akarod küldeni? A kommented rosszindulatúnak tűnik."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tilt, hanem visszajelzést ad a felhasználónak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8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toxicity terhelés is csökken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Felhasználás: customer support email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Filléres ügyfélszolgálati email-fogalmazás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Kimenet emberi vagy nagy LLM jóváhagyásra vár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 kontextus + tipikus minták, kis modellben is megtanulhatók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Volumenban tört költséggel egy nagy modellhez képest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Felhasználás: bármilyen edge deploy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Bármilyen nyelvi igénnyel rendelkező edge deployra alkalmazható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Szűk, gyakran ismételt feladat → desztillált student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 válaszidő, lokális adatkezelés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Skálázható: új domain = új tokenlista + új tanító adat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Méret: 34× ... 860× kisebb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skálázási görbe, a feladat korán telítődik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3_sentiment_scaling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737360"/>
            <a:ext cx="9418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Teljes és redukált input vocabulary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Hasonló paraméterkeret, redukált vocab versenyképes vagy jobb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4_reduced_vs_full_voc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10332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Paraméterallokáció: hova kerül a kapacitás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Redukció nélkül, csak input, illetve input + output</a:t>
            </a:r>
            <a:endParaRPr lang="en-US" sz="1400" dirty="0"/>
          </a:p>
        </p:txBody>
      </p:sp>
      <p:pic>
        <p:nvPicPr>
          <p:cNvPr id="4" name="Image 0" descr="/Users/laczkoors/Documents/GitHub/preference_destillation/thesis_work/grafikonok/02_parameter_allo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737360"/>
            <a:ext cx="9418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Összegzés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LLM nagyobb modellből, általános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domain definiálása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tanító adat generálása a tanár modellből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transformer student modell konfigurálása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tanítási regimen konfigurálása (KL/CE, temperature, schedule)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tanítás (akár experiment batchekben) és kiértékelés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Eredmény-elemzés és kontrollált kísérletek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1153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Run-onkénti log + checkpoint, kísérlet összehasonlítás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Skálázási és vocabulary ábrák, annealing összehasonlítás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elemzés, confusion matrix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shutdown, queue futtatás, HTML report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Köszönöm a figyelmet!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5547208" y="3749040"/>
            <a:ext cx="1097280" cy="0"/>
          </a:xfrm>
          <a:prstGeom prst="line">
            <a:avLst/>
          </a:prstGeom>
          <a:noFill/>
          <a:ln w="38100">
            <a:solidFill>
              <a:srgbClr val="C97B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8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Kérdések?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Domain-specifikus LLM desztillációs pipeline</dc:title>
  <dc:subject>PptxGenJS Presentation</dc:subject>
  <dc:creator>Laczkó Örs</dc:creator>
  <cp:lastModifiedBy>Laczkó Örs</cp:lastModifiedBy>
  <cp:revision>1</cp:revision>
  <dcterms:created xsi:type="dcterms:W3CDTF">2026-04-27T15:47:36Z</dcterms:created>
  <dcterms:modified xsi:type="dcterms:W3CDTF">2026-04-27T15:47:36Z</dcterms:modified>
</cp:coreProperties>
</file>